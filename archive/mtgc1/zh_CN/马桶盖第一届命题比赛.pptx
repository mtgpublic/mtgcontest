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3"/>
    <p:sldId id="259" r:id="rId4"/>
    <p:sldId id="260" r:id="rId5"/>
    <p:sldId id="261" r:id="rId6"/>
    <p:sldId id="313" r:id="rId7"/>
    <p:sldId id="311" r:id="rId8"/>
    <p:sldId id="272" r:id="rId9"/>
    <p:sldId id="262" r:id="rId10"/>
    <p:sldId id="289" r:id="rId11"/>
    <p:sldId id="290" r:id="rId12"/>
    <p:sldId id="314" r:id="rId13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3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DE3333-857A-4131-9EBA-B73C0C259FD7}" type="datetime1">
              <a:rPr lang="zh-CN" alt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CD12D00-6AAC-4A94-B2E5-A12E9C579B03}" type="datetime1">
              <a:rPr lang="zh-CN" alt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US"/>
              <a:t>单击此处编辑母版文本样式</a:t>
            </a:r>
            <a:endParaRPr lang="en-US"/>
          </a:p>
          <a:p>
            <a:pPr lvl="1" rtl="0"/>
            <a:r>
              <a:rPr lang="en-US"/>
              <a:t>第二级</a:t>
            </a:r>
            <a:endParaRPr lang="en-US"/>
          </a:p>
          <a:p>
            <a:pPr lvl="2" rtl="0"/>
            <a:r>
              <a:rPr lang="en-US"/>
              <a:t>第三级</a:t>
            </a:r>
            <a:endParaRPr lang="en-US"/>
          </a:p>
          <a:p>
            <a:pPr lvl="3" rtl="0"/>
            <a:r>
              <a:rPr lang="en-US"/>
              <a:t>第四级</a:t>
            </a:r>
            <a:endParaRPr lang="en-US"/>
          </a:p>
          <a:p>
            <a:pPr lvl="4" rtl="0"/>
            <a:r>
              <a:rPr 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594A98-8FB4-4076-AE7B-5D3B1A2CBC70}" type="datetime1">
              <a:rPr lang="zh-CN" altLang="en-US" smtClean="0"/>
            </a:fld>
            <a:endParaRPr 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C14310-5240-428A-850A-F7101D16AE5A}" type="datetime1">
              <a:rPr lang="zh-CN" altLang="en-US" smtClean="0"/>
            </a:fld>
            <a:endParaRPr 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85B13-09B0-4D01-A286-57280995F924}" type="datetime1">
              <a:rPr lang="zh-CN" alt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11FE78-D258-4188-9C5F-198CC4CE7F12}" type="datetime1">
              <a:rPr lang="zh-CN" altLang="en-US" smtClean="0"/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491C52-D618-41DD-80F2-22500A780186}" type="datetime1">
              <a:rPr lang="zh-CN" altLang="en-US" smtClean="0"/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EE3488-748A-4EA8-9571-9D5A1694FA0A}" type="datetime1">
              <a:rPr lang="zh-CN" altLang="en-US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D7791703-7779-4492-8183-3F96B27D2540}" type="datetime1">
              <a:rPr lang="zh-CN" altLang="en-US" smtClean="0"/>
            </a:fld>
            <a:endParaRPr 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D22F12-409A-40D9-8774-D34C978752A7}" type="datetime1">
              <a:rPr lang="zh-CN" alt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0F2F7-3EF1-4761-ABAF-2FA9DDE4F1A8}" type="datetime1">
              <a:rPr lang="zh-CN" alt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长方形 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矩形​ 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63FC6D-277D-4D53-8EB6-E41026A24247}" type="datetime1">
              <a:rPr lang="zh-CN" altLang="en-US" smtClean="0"/>
            </a:fld>
            <a:endParaRPr 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单击此处编辑母版文本样式</a:t>
            </a:r>
            <a:endParaRPr lang="en-US"/>
          </a:p>
          <a:p>
            <a:pPr lvl="1" rtl="0"/>
            <a:r>
              <a:rPr lang="en-US"/>
              <a:t>第二级</a:t>
            </a:r>
            <a:endParaRPr lang="en-US"/>
          </a:p>
          <a:p>
            <a:pPr lvl="2" rtl="0"/>
            <a:r>
              <a:rPr lang="en-US"/>
              <a:t>第三级</a:t>
            </a:r>
            <a:endParaRPr lang="en-US"/>
          </a:p>
          <a:p>
            <a:pPr lvl="3" rtl="0"/>
            <a:r>
              <a:rPr lang="en-US"/>
              <a:t>第四级</a:t>
            </a:r>
            <a:endParaRPr lang="en-US"/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400FF2F-BAC0-4F33-9E13-F8F6FA55A14D}" type="datetime1">
              <a:rPr lang="zh-CN" alt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kern="1200" cap="all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长方形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446535" y="3062514"/>
            <a:ext cx="11298932" cy="33382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喝奶茶群第一届命题赛总结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dirty="0"/>
              <a:t>MTG_DREAMSKEYCX</a:t>
            </a:r>
            <a:r>
              <a:rPr lang="zh-CN" altLang="en-US" dirty="0"/>
              <a:t>  </a:t>
            </a:r>
            <a:r>
              <a:rPr lang="en-US" altLang="zh-CN" dirty="0"/>
              <a:t>2026.1.6</a:t>
            </a:r>
            <a:endParaRPr lang="en-US" dirty="0"/>
          </a:p>
        </p:txBody>
      </p:sp>
      <p:sp>
        <p:nvSpPr>
          <p:cNvPr id="20" name="长方形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长方形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03" y="3081867"/>
            <a:ext cx="4965699" cy="3310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为啥要办这次比赛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大家想玩，需要一个这样的平台</a:t>
            </a:r>
            <a:endParaRPr lang="en-US" altLang="zh-CN" dirty="0"/>
          </a:p>
          <a:p>
            <a:r>
              <a:rPr lang="zh-CN" altLang="en-US" dirty="0"/>
              <a:t>原有的关卡已经被透，赛季策略平衡性欠佳</a:t>
            </a:r>
            <a:endParaRPr lang="en-US" altLang="zh-CN" dirty="0"/>
          </a:p>
          <a:p>
            <a:r>
              <a:rPr lang="zh-CN" altLang="en-US" dirty="0"/>
              <a:t>作者长时间的不更新</a:t>
            </a:r>
            <a:endParaRPr lang="en-US" altLang="zh-CN" dirty="0"/>
          </a:p>
          <a:p>
            <a:r>
              <a:rPr lang="zh-CN" altLang="en-US" dirty="0"/>
              <a:t>其他社区的争论的结果和反思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zh-CN" altLang="en-US" dirty="0"/>
              <a:t>喝奶茶群第一届命题赛总结 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命题内容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深度参考了官方比赛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zh-CN" altLang="en-US" dirty="0"/>
              <a:t>喝奶茶群第一届命题赛总结 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命题内容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关卡：</a:t>
            </a:r>
            <a:r>
              <a:rPr lang="en-US" altLang="zh-CN" dirty="0"/>
              <a:t>4.3</a:t>
            </a:r>
            <a:endParaRPr lang="en-US" altLang="zh-CN" dirty="0"/>
          </a:p>
          <a:p>
            <a:r>
              <a:rPr lang="zh-CN" altLang="en-US" dirty="0"/>
              <a:t>根据最终分数排名</a:t>
            </a:r>
            <a:endParaRPr lang="en-US" altLang="zh-CN" dirty="0"/>
          </a:p>
          <a:p>
            <a:r>
              <a:rPr lang="zh-CN" altLang="en-US" dirty="0"/>
              <a:t>普通模式</a:t>
            </a:r>
            <a:endParaRPr lang="en-US" altLang="zh-CN" dirty="0"/>
          </a:p>
          <a:p>
            <a:r>
              <a:rPr lang="zh-CN" altLang="en-US" dirty="0"/>
              <a:t>只允许使用的塔：防空、散射、震爆、散弹、特斯拉、导弹、粉碎机</a:t>
            </a:r>
            <a:endParaRPr lang="en-US" altLang="zh-CN" dirty="0"/>
          </a:p>
          <a:p>
            <a:r>
              <a:rPr lang="zh-CN" altLang="en-US" dirty="0"/>
              <a:t>禁用赏金芯片</a:t>
            </a:r>
            <a:endParaRPr lang="en-US" altLang="zh-CN" dirty="0"/>
          </a:p>
          <a:p>
            <a:r>
              <a:rPr lang="zh-CN" altLang="en-US" dirty="0"/>
              <a:t>只允许使用</a:t>
            </a:r>
            <a:r>
              <a:rPr lang="en-US" altLang="zh-CN" dirty="0"/>
              <a:t>30</a:t>
            </a:r>
            <a:r>
              <a:rPr lang="zh-CN" altLang="en-US" dirty="0"/>
              <a:t>技能点的技能</a:t>
            </a:r>
            <a:endParaRPr lang="en-US" altLang="zh-CN" dirty="0"/>
          </a:p>
          <a:p>
            <a:r>
              <a:rPr lang="zh-CN" altLang="en-US" dirty="0"/>
              <a:t>无其他限制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727" y="1805313"/>
            <a:ext cx="3827755" cy="3247373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zh-CN" altLang="en-US" dirty="0"/>
              <a:t>喝奶茶群第一届命题赛总结 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命题的思路与解法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散弹的</a:t>
            </a:r>
            <a:r>
              <a:rPr lang="en-US" altLang="zh-CN" dirty="0"/>
              <a:t>10</a:t>
            </a:r>
            <a:r>
              <a:rPr lang="zh-CN" altLang="en-US" dirty="0"/>
              <a:t>级技能，金币平台提升经济</a:t>
            </a:r>
            <a:endParaRPr lang="en-US" altLang="zh-CN" dirty="0"/>
          </a:p>
          <a:p>
            <a:r>
              <a:rPr lang="zh-CN" altLang="en-US" dirty="0"/>
              <a:t>前中期直接过载，挖矿芯片，提升挖矿分</a:t>
            </a:r>
            <a:endParaRPr lang="en-US" altLang="zh-CN" dirty="0"/>
          </a:p>
          <a:p>
            <a:r>
              <a:rPr lang="zh-CN" altLang="en-US" dirty="0"/>
              <a:t>粉碎机和特斯拉中期对敌输出，防空塔对空输出</a:t>
            </a:r>
            <a:endParaRPr lang="en-US" altLang="zh-CN" dirty="0"/>
          </a:p>
          <a:p>
            <a:r>
              <a:rPr lang="zh-CN" altLang="en-US" dirty="0"/>
              <a:t>震爆塔提供唯一控制</a:t>
            </a:r>
            <a:endParaRPr lang="en-US" altLang="zh-CN" dirty="0"/>
          </a:p>
          <a:p>
            <a:r>
              <a:rPr lang="zh-CN" altLang="en-US" dirty="0"/>
              <a:t>散射和磁铁配合策略，刷</a:t>
            </a:r>
            <a:r>
              <a:rPr lang="en-US" altLang="zh-CN" dirty="0"/>
              <a:t>MDPS</a:t>
            </a:r>
            <a:endParaRPr lang="en-US" altLang="zh-CN" dirty="0"/>
          </a:p>
          <a:p>
            <a:r>
              <a:rPr lang="zh-CN" altLang="en-US" dirty="0"/>
              <a:t>使用低价伤害技能如闪电球和火球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727" y="1805313"/>
            <a:ext cx="3827755" cy="3247373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zh-CN" altLang="en-US" dirty="0"/>
              <a:t>喝奶茶群第一届命题赛总结 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排名结果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OB</a:t>
            </a:r>
            <a:r>
              <a:rPr lang="zh-CN" altLang="en-US" dirty="0"/>
              <a:t>大佬太强啦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常规赛道和萌新赛道前三名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常规赛道第一名</a:t>
            </a:r>
            <a:r>
              <a:rPr lang="en-US" altLang="zh-CN" dirty="0" err="1"/>
              <a:t>TBR_Oblivio</a:t>
            </a:r>
            <a:r>
              <a:rPr lang="en-US" altLang="zh-CN" dirty="0"/>
              <a:t> 2302799 </a:t>
            </a:r>
            <a:endParaRPr lang="en-US" altLang="zh-CN" dirty="0"/>
          </a:p>
          <a:p>
            <a:r>
              <a:rPr lang="zh-CN" altLang="en-US" dirty="0"/>
              <a:t>常规赛道第二名</a:t>
            </a:r>
            <a:r>
              <a:rPr lang="en-US" altLang="zh-CN" dirty="0"/>
              <a:t>249 1842422</a:t>
            </a:r>
            <a:endParaRPr lang="en-US" altLang="zh-CN" dirty="0"/>
          </a:p>
          <a:p>
            <a:r>
              <a:rPr lang="zh-CN" altLang="en-US" dirty="0"/>
              <a:t>常规赛道第三名</a:t>
            </a:r>
            <a:r>
              <a:rPr lang="en-US" altLang="zh-CN" dirty="0" err="1"/>
              <a:t>MTG_wu</a:t>
            </a:r>
            <a:r>
              <a:rPr lang="en-US" altLang="zh-CN" dirty="0"/>
              <a:t> 1837944</a:t>
            </a:r>
            <a:endParaRPr lang="en-US" altLang="zh-CN" dirty="0"/>
          </a:p>
          <a:p>
            <a:r>
              <a:rPr lang="zh-CN" altLang="en-US" dirty="0"/>
              <a:t>萌新赛道第一名</a:t>
            </a:r>
            <a:r>
              <a:rPr lang="en-US" altLang="zh-CN" dirty="0" err="1"/>
              <a:t>MTG_Nodetail</a:t>
            </a:r>
            <a:r>
              <a:rPr lang="en-US" altLang="zh-CN" dirty="0"/>
              <a:t> 1180790</a:t>
            </a:r>
            <a:endParaRPr lang="en-US" altLang="zh-CN" dirty="0"/>
          </a:p>
          <a:p>
            <a:r>
              <a:rPr lang="zh-CN" altLang="en-US" dirty="0"/>
              <a:t>萌新赛道第二名</a:t>
            </a:r>
            <a:r>
              <a:rPr lang="en-US" altLang="zh-CN" dirty="0"/>
              <a:t>czh01 1123071</a:t>
            </a:r>
            <a:endParaRPr lang="en-US" altLang="zh-CN" dirty="0"/>
          </a:p>
          <a:p>
            <a:r>
              <a:rPr lang="zh-CN" altLang="en-US" dirty="0"/>
              <a:t>萌新赛道第三名</a:t>
            </a:r>
            <a:r>
              <a:rPr lang="en-US" altLang="zh-CN" dirty="0"/>
              <a:t>Ciao_1214 1068642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316" y="1133841"/>
            <a:ext cx="2717210" cy="4590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保底奖励名单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得分</a:t>
            </a:r>
            <a:r>
              <a:rPr lang="en-US" altLang="zh-CN" dirty="0"/>
              <a:t>120w</a:t>
            </a:r>
            <a:r>
              <a:rPr lang="zh-CN" altLang="en-US" dirty="0"/>
              <a:t>以上的有保底奖励</a:t>
            </a:r>
            <a:endParaRPr lang="en-US" altLang="zh-CN" dirty="0"/>
          </a:p>
          <a:p>
            <a:r>
              <a:rPr lang="en-US" altLang="zh-CN" dirty="0" err="1"/>
              <a:t>Baiqi</a:t>
            </a:r>
            <a:r>
              <a:rPr lang="zh-CN" altLang="en-US" dirty="0"/>
              <a:t>，</a:t>
            </a:r>
            <a:r>
              <a:rPr lang="en-US" altLang="zh-CN" dirty="0" err="1"/>
              <a:t>Yevech</a:t>
            </a:r>
            <a:r>
              <a:rPr lang="zh-CN" altLang="en-US" dirty="0"/>
              <a:t>，</a:t>
            </a:r>
            <a:r>
              <a:rPr lang="en-US" altLang="zh-CN" dirty="0" err="1"/>
              <a:t>Weakcat</a:t>
            </a:r>
            <a:r>
              <a:rPr lang="zh-CN" altLang="en-US" dirty="0"/>
              <a:t>，</a:t>
            </a:r>
            <a:r>
              <a:rPr lang="en-US" altLang="zh-CN" dirty="0"/>
              <a:t>Heng</a:t>
            </a:r>
            <a:r>
              <a:rPr lang="zh-CN" altLang="en-US" dirty="0"/>
              <a:t>拿到保底奖励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316" y="1133841"/>
            <a:ext cx="2717210" cy="4590317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zh-CN" altLang="en-US" dirty="0"/>
              <a:t>喝奶茶群第一届命题赛总结 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回放展示环节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学习大佬的手感</a:t>
            </a:r>
            <a:endParaRPr lang="zh-CN" altLang="en-US" dirty="0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zh-CN" altLang="en-US" dirty="0"/>
              <a:t>喝奶茶群第一届命题赛总结 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回放展示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展示常规赛道前三名回放</a:t>
            </a:r>
            <a:endParaRPr lang="en-US" altLang="zh-CN" dirty="0"/>
          </a:p>
          <a:p>
            <a:r>
              <a:rPr lang="zh-CN" altLang="en-US" dirty="0"/>
              <a:t>展示萌新赛道第一名回放</a:t>
            </a:r>
            <a:endParaRPr lang="en-US" altLang="zh-CN" dirty="0"/>
          </a:p>
          <a:p>
            <a:r>
              <a:rPr lang="zh-CN" altLang="en-US" dirty="0"/>
              <a:t>其余回放会放在</a:t>
            </a:r>
            <a:r>
              <a:rPr lang="en-US" altLang="zh-CN" dirty="0" err="1"/>
              <a:t>github</a:t>
            </a:r>
            <a:r>
              <a:rPr lang="zh-CN" altLang="en-US" dirty="0"/>
              <a:t>上供大家下载</a:t>
            </a:r>
            <a:r>
              <a:rPr lang="en-US" altLang="zh-CN" dirty="0"/>
              <a:t>(</a:t>
            </a:r>
            <a:r>
              <a:rPr lang="en-US" altLang="zh-CN" dirty="0" err="1"/>
              <a:t>mtgpublic</a:t>
            </a:r>
            <a:r>
              <a:rPr lang="en-US" altLang="zh-CN" dirty="0"/>
              <a:t>/</a:t>
            </a:r>
            <a:r>
              <a:rPr lang="en-US" altLang="zh-CN" dirty="0" err="1"/>
              <a:t>mtgcontest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zh-CN" altLang="en-US" dirty="0"/>
              <a:t>喝奶茶群第一届命题赛总结 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5" y="3062514"/>
            <a:ext cx="11298932" cy="33382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感谢大家的观看</a:t>
            </a:r>
            <a:r>
              <a:rPr lang="en-US" altLang="zh-CN" dirty="0"/>
              <a:t>~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喵喵喵</a:t>
            </a:r>
            <a:r>
              <a:rPr lang="en-US" altLang="zh-CN" dirty="0"/>
              <a:t>~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03" y="3081867"/>
            <a:ext cx="4965699" cy="33104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{42B34C4C-A962-40E4-AD4A-947560D257C0}tf33552983_win32</Template>
  <TotalTime>0</TotalTime>
  <Words>700</Words>
  <Application>WPS 演示</Application>
  <PresentationFormat>宽屏</PresentationFormat>
  <Paragraphs>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Microsoft YaHei UI</vt:lpstr>
      <vt:lpstr>Wingdings 2</vt:lpstr>
      <vt:lpstr>Franklin Gothic Book</vt:lpstr>
      <vt:lpstr>微软雅黑</vt:lpstr>
      <vt:lpstr>Arial Unicode MS</vt:lpstr>
      <vt:lpstr>Calibri</vt:lpstr>
      <vt:lpstr>等线</vt:lpstr>
      <vt:lpstr>DividendVTI</vt:lpstr>
      <vt:lpstr>喝奶茶群第一届命题赛总结</vt:lpstr>
      <vt:lpstr>为啥要办这次比赛</vt:lpstr>
      <vt:lpstr>命题内容</vt:lpstr>
      <vt:lpstr>命题内容</vt:lpstr>
      <vt:lpstr>命题的思路与解法</vt:lpstr>
      <vt:lpstr>排名结果</vt:lpstr>
      <vt:lpstr>常规赛道和萌新赛道前三名</vt:lpstr>
      <vt:lpstr>保底奖励名单</vt:lpstr>
      <vt:lpstr>回放展示环节</vt:lpstr>
      <vt:lpstr>回放展示</vt:lpstr>
      <vt:lpstr>感谢大家的观看~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ACM-ICPC竞赛宣讲</dc:title>
  <dc:creator>柴 东辰</dc:creator>
  <cp:lastModifiedBy>...</cp:lastModifiedBy>
  <cp:revision>1131</cp:revision>
  <dcterms:created xsi:type="dcterms:W3CDTF">2022-10-05T05:00:00Z</dcterms:created>
  <dcterms:modified xsi:type="dcterms:W3CDTF">2026-01-06T04:27:12Z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885B2A20BD9B4C33B18A0E59ECB79D36_12</vt:lpwstr>
  </property>
  <property fmtid="{D5CDD505-2E9C-101B-9397-08002B2CF9AE}" pid="3" name="KSOProductBuildVer">
    <vt:lpwstr>2052-12.1.0.24034</vt:lpwstr>
  </property>
</Properties>
</file>